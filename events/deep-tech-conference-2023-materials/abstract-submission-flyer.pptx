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</p:sldIdLst>
  <p:sldSz cy="10058400" cx="7772400"/>
  <p:notesSz cx="6858000" cy="9144000"/>
  <p:embeddedFontLst>
    <p:embeddedFont>
      <p:font typeface="Montserrat"/>
      <p:regular r:id="rId6"/>
      <p:bold r:id="rId7"/>
      <p:italic r:id="rId8"/>
      <p:boldItalic r:id="rId9"/>
    </p:embeddedFont>
    <p:embeddedFont>
      <p:font typeface="Montserrat Medium"/>
      <p:regular r:id="rId10"/>
      <p:bold r:id="rId11"/>
      <p:italic r:id="rId12"/>
      <p:boldItalic r:id="rId13"/>
    </p:embeddedFont>
    <p:embeddedFont>
      <p:font typeface="Montserrat ExtraBold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font" Target="fonts/Montserrat-regular.fntdata"/><Relationship Id="rId7" Type="http://schemas.openxmlformats.org/officeDocument/2006/relationships/font" Target="fonts/Montserrat-bold.fntdata"/><Relationship Id="rId8" Type="http://schemas.openxmlformats.org/officeDocument/2006/relationships/font" Target="fonts/Montserrat-italic.fntdata"/><Relationship Id="rId11" Type="http://schemas.openxmlformats.org/officeDocument/2006/relationships/font" Target="fonts/MontserratMedium-bold.fntdata"/><Relationship Id="rId10" Type="http://schemas.openxmlformats.org/officeDocument/2006/relationships/font" Target="fonts/MontserratMedium-regular.fntdata"/><Relationship Id="rId13" Type="http://schemas.openxmlformats.org/officeDocument/2006/relationships/font" Target="fonts/MontserratMedium-boldItalic.fntdata"/><Relationship Id="rId12" Type="http://schemas.openxmlformats.org/officeDocument/2006/relationships/font" Target="fonts/MontserratMedium-italic.fntdata"/><Relationship Id="rId15" Type="http://schemas.openxmlformats.org/officeDocument/2006/relationships/font" Target="fonts/MontserratExtraBold-boldItalic.fntdata"/><Relationship Id="rId14" Type="http://schemas.openxmlformats.org/officeDocument/2006/relationships/font" Target="fonts/Montserrat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ae92d4a4b_1_4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ae92d4a4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849515" y="3813529"/>
            <a:ext cx="4073400" cy="12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7570" y="7244649"/>
            <a:ext cx="42972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98270" y="6214267"/>
            <a:ext cx="2608500" cy="11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891029" y="6428889"/>
            <a:ext cx="2051100" cy="18216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98270" y="7275938"/>
            <a:ext cx="26085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97725" y="3244804"/>
            <a:ext cx="4204500" cy="5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797725" y="3244804"/>
            <a:ext cx="2709000" cy="5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281896" y="3244804"/>
            <a:ext cx="2709000" cy="5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4536599" y="2536600"/>
            <a:ext cx="2411700" cy="24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4536599" y="5072467"/>
            <a:ext cx="2411700" cy="24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90055" y="852980"/>
            <a:ext cx="2334600" cy="79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87085" y="-1811990"/>
            <a:ext cx="6482569" cy="2451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099053" y="6403998"/>
            <a:ext cx="7913324" cy="299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797725" y="3460502"/>
            <a:ext cx="2440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3997869" y="1778773"/>
            <a:ext cx="2948700" cy="6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797725" y="870271"/>
            <a:ext cx="27402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797725" y="870271"/>
            <a:ext cx="48753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632638" y="3196209"/>
            <a:ext cx="4507200" cy="21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368568" y="6051418"/>
            <a:ext cx="30354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797725" y="870271"/>
            <a:ext cx="48753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797725" y="2436671"/>
            <a:ext cx="6096300" cy="59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007722" y="5114902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007722" y="6156236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5124270" y="5114902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5124270" y="6156236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891180" y="5114902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891180" y="6156236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891183" y="3462702"/>
            <a:ext cx="17568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007725" y="3462702"/>
            <a:ext cx="17568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5124268" y="3462702"/>
            <a:ext cx="17568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3642675" y="5539844"/>
            <a:ext cx="3108600" cy="12606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3522443" y="6941929"/>
            <a:ext cx="33492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572946" y="2264387"/>
            <a:ext cx="4626600" cy="50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109615" y="7715840"/>
            <a:ext cx="35532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646737" y="4816876"/>
            <a:ext cx="20316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646737" y="6156236"/>
            <a:ext cx="20316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094078" y="4816876"/>
            <a:ext cx="20316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094078" y="6156236"/>
            <a:ext cx="20316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007722" y="5412929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007722" y="6752289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5124270" y="5412929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5124270" y="6752289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891180" y="5412929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891180" y="6752289"/>
            <a:ext cx="17568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082475" y="2677156"/>
            <a:ext cx="5607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109615" y="4927071"/>
            <a:ext cx="35532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797725" y="870271"/>
            <a:ext cx="39969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797725" y="870271"/>
            <a:ext cx="39969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797725" y="870271"/>
            <a:ext cx="39969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797725" y="870271"/>
            <a:ext cx="39969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797725" y="870271"/>
            <a:ext cx="42201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907155" y="5185693"/>
            <a:ext cx="2770200" cy="35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3972774" y="5185693"/>
            <a:ext cx="2770200" cy="35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031474" y="3823356"/>
            <a:ext cx="27702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097084" y="3823356"/>
            <a:ext cx="27702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763628" y="5969578"/>
            <a:ext cx="1420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763630" y="6959504"/>
            <a:ext cx="14208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371722" y="5969578"/>
            <a:ext cx="1420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371724" y="6959504"/>
            <a:ext cx="14208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3979816" y="5969578"/>
            <a:ext cx="1420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3979818" y="6959504"/>
            <a:ext cx="14208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5587910" y="5969578"/>
            <a:ext cx="1420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5587912" y="6959504"/>
            <a:ext cx="14208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247280" y="1294271"/>
            <a:ext cx="26853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174350" y="2475440"/>
            <a:ext cx="28314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247280" y="4105089"/>
            <a:ext cx="26853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174350" y="5286258"/>
            <a:ext cx="28314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247280" y="6915907"/>
            <a:ext cx="2685300" cy="14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174350" y="8097076"/>
            <a:ext cx="28314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007722" y="3556257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007723" y="4546206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5124270" y="3556257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5124269" y="4546206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891180" y="3556257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891183" y="4546206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007722" y="6502291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007723" y="7492241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5124270" y="6502291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5124269" y="7492241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891180" y="6502291"/>
            <a:ext cx="1756800" cy="10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891183" y="7492241"/>
            <a:ext cx="1756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797725" y="870271"/>
            <a:ext cx="42870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137502" y="4614769"/>
            <a:ext cx="23184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137502" y="3349965"/>
            <a:ext cx="23184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137502" y="7800613"/>
            <a:ext cx="23184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137502" y="6535810"/>
            <a:ext cx="23184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4316438" y="4614769"/>
            <a:ext cx="23184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4316438" y="3349965"/>
            <a:ext cx="23184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4316438" y="7800613"/>
            <a:ext cx="23184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4316438" y="6535810"/>
            <a:ext cx="23184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4944493" y="4763587"/>
            <a:ext cx="2172900" cy="4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797725" y="4763587"/>
            <a:ext cx="2172900" cy="4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797725" y="870271"/>
            <a:ext cx="48753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4944493" y="4763587"/>
            <a:ext cx="2172900" cy="4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1753380" y="4775564"/>
            <a:ext cx="4265700" cy="11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462025" y="6631924"/>
            <a:ext cx="2848500" cy="23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786140" y="1486956"/>
            <a:ext cx="2608500" cy="11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786144" y="3293693"/>
            <a:ext cx="28095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786144" y="6981333"/>
            <a:ext cx="28095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797725" y="3244804"/>
            <a:ext cx="4204500" cy="5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797725" y="870271"/>
            <a:ext cx="39348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4281896" y="3244804"/>
            <a:ext cx="2709000" cy="5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hyperlink" Target="https://browercenter.org/event-room/tamalpais-room/" TargetMode="External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11" Type="http://schemas.openxmlformats.org/officeDocument/2006/relationships/image" Target="../media/image33.png"/><Relationship Id="rId10" Type="http://schemas.openxmlformats.org/officeDocument/2006/relationships/image" Target="../media/image24.png"/><Relationship Id="rId1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"/>
            <a:ext cx="7772400" cy="280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750" y="6716400"/>
            <a:ext cx="1877125" cy="9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6"/>
          <p:cNvSpPr txBox="1"/>
          <p:nvPr>
            <p:ph type="title"/>
          </p:nvPr>
        </p:nvSpPr>
        <p:spPr>
          <a:xfrm>
            <a:off x="4615913" y="3338775"/>
            <a:ext cx="3156600" cy="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</a:rPr>
              <a:t>Submit your Abstract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36"/>
          <p:cNvSpPr txBox="1"/>
          <p:nvPr/>
        </p:nvSpPr>
        <p:spPr>
          <a:xfrm>
            <a:off x="4987025" y="4177350"/>
            <a:ext cx="2730000" cy="1623300"/>
          </a:xfrm>
          <a:prstGeom prst="rect">
            <a:avLst/>
          </a:prstGeom>
          <a:noFill/>
          <a:ln>
            <a:noFill/>
          </a:ln>
          <a:effectLst>
            <a:outerShdw blurRad="100013" rotWithShape="0" algn="bl" dir="84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Time &amp; Location</a:t>
            </a:r>
            <a:endParaRPr b="1" sz="1500" u="sng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🕘  April 29th, 2023</a:t>
            </a:r>
            <a:endParaRPr b="1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(Saturday)</a:t>
            </a:r>
            <a:endParaRPr b="1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🏢  Tamalpais Room,</a:t>
            </a:r>
            <a:endParaRPr b="1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lang="en" sz="1500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David Brower Center</a:t>
            </a:r>
            <a:endParaRPr b="1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" name="Google Shape;162;p36"/>
          <p:cNvPicPr preferRelativeResize="0"/>
          <p:nvPr/>
        </p:nvPicPr>
        <p:blipFill rotWithShape="1">
          <a:blip r:embed="rId6">
            <a:alphaModFix/>
          </a:blip>
          <a:srcRect b="0" l="4060" r="5114" t="0"/>
          <a:stretch/>
        </p:blipFill>
        <p:spPr>
          <a:xfrm>
            <a:off x="5326250" y="1667563"/>
            <a:ext cx="1597400" cy="16712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6"/>
          <p:cNvSpPr txBox="1"/>
          <p:nvPr/>
        </p:nvSpPr>
        <p:spPr>
          <a:xfrm>
            <a:off x="169425" y="3663850"/>
            <a:ext cx="4374900" cy="6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Overview</a:t>
            </a:r>
            <a:endParaRPr sz="1500" u="sng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one-day inter-organizational conference hosted by undergraduate organizations in deep tech and science, including QCB, XR@B, SPS, GWC, ML@B, ULAB, etc. The goal of the event is to provide undergraduate students with opportunities to present their ongoing group/individual projects in the format of an academic conference. Professionals from industry and academia will be invited for the panel(s) and a networking session. Lunch, snacks, and dinner will be provided.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Register for a Talk!!</a:t>
            </a:r>
            <a:endParaRPr sz="1500" u="sng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Submit an abstract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if you would like to give a 12-15min group or individual presentation during the conference in front of your peers and experts from industry and academia. </a:t>
            </a:r>
            <a:r>
              <a:rPr lang="en" sz="1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deadline is 4/2 11:59pm (end of spring break)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The topic is flexible as long as it is related to an emerging tech field, such as deep learning, blockchain, extended reality, quantum information science, etc. 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36"/>
          <p:cNvSpPr/>
          <p:nvPr/>
        </p:nvSpPr>
        <p:spPr>
          <a:xfrm>
            <a:off x="169425" y="858975"/>
            <a:ext cx="3826200" cy="24798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Deep Tech Conference</a:t>
            </a:r>
            <a:endParaRPr sz="39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 academic conference for the undergrad science &amp; tech community</a:t>
            </a:r>
            <a:r>
              <a:rPr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cxnSp>
        <p:nvCxnSpPr>
          <p:cNvPr id="165" name="Google Shape;165;p36"/>
          <p:cNvCxnSpPr/>
          <p:nvPr/>
        </p:nvCxnSpPr>
        <p:spPr>
          <a:xfrm>
            <a:off x="446575" y="2193061"/>
            <a:ext cx="3030900" cy="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pic>
        <p:nvPicPr>
          <p:cNvPr id="166" name="Google Shape;16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7025" y="6857678"/>
            <a:ext cx="1597400" cy="79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3976989">
            <a:off x="6292086" y="2330919"/>
            <a:ext cx="2011328" cy="861138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168" name="Google Shape;168;p36"/>
          <p:cNvPicPr preferRelativeResize="0"/>
          <p:nvPr/>
        </p:nvPicPr>
        <p:blipFill rotWithShape="1">
          <a:blip r:embed="rId9">
            <a:alphaModFix/>
          </a:blip>
          <a:srcRect b="0" l="18493" r="16457" t="0"/>
          <a:stretch/>
        </p:blipFill>
        <p:spPr>
          <a:xfrm>
            <a:off x="4526838" y="7438875"/>
            <a:ext cx="1733601" cy="11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6"/>
          <p:cNvPicPr preferRelativeResize="0"/>
          <p:nvPr/>
        </p:nvPicPr>
        <p:blipFill rotWithShape="1">
          <a:blip r:embed="rId10">
            <a:alphaModFix/>
          </a:blip>
          <a:srcRect b="0" l="0" r="64659" t="0"/>
          <a:stretch/>
        </p:blipFill>
        <p:spPr>
          <a:xfrm>
            <a:off x="4849488" y="8819463"/>
            <a:ext cx="1327725" cy="11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29975" y="8639175"/>
            <a:ext cx="1327725" cy="13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87875" y="7856264"/>
            <a:ext cx="1494475" cy="68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