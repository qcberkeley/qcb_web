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f5adabb44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f5adabb44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f5adabb443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f5adabb443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f5adabb443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f5adabb443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5adabb443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f5adabb443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f5adabb443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f5adabb443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5adabb443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5adabb443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XBWj2zGNNqcLE8Rw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Tech Conference Follow-up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2/27/2023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Logistics (Time &amp; Location)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Collaboration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Intersections and Project Areas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QC@B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ML@B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XR@B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Logistics</a:t>
            </a:r>
            <a:endParaRPr sz="2500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Time: 4/29/2023 Saturday, 9:30AM - 8:00PM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Two meals provided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Schedule in short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Technological research presentations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Panel/talk by academic professors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Application presentations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Panel/talk by industrial speakers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Alternative time: 4/23 Saturday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Location: Sibley Auditorium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Format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Co-host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800"/>
              <a:t>Project presentation &amp; participation</a:t>
            </a:r>
            <a:endParaRPr sz="18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Abstract submission: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https://forms.gle/XBWj2zGNNqcLE8Rw5</a:t>
            </a:r>
            <a:endParaRPr sz="1800"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Deadline: End of Spring Break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Sponsorship &amp; Speakers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Logistics Planning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 Sponsors in touch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AWS, Deloitte, Accenture, Startups in Quantum Computing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Intersections and Project Areas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75" y="1017725"/>
            <a:ext cx="458146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4294967295" type="title"/>
          </p:nvPr>
        </p:nvSpPr>
        <p:spPr>
          <a:xfrm>
            <a:off x="311700" y="1612800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